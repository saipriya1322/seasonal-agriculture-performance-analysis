
<file path=[Content_Types].xml><?xml version="1.0" encoding="utf-8"?>
<Types xmlns="http://schemas.openxmlformats.org/package/2006/content-types">
  <Default Extension="jfif" ContentType="image/jpeg"/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7" d="100"/>
          <a:sy n="87" d="100"/>
        </p:scale>
        <p:origin x="432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9279" y="3583915"/>
            <a:ext cx="9478735" cy="930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sz="2000" b="0" dirty="0">
                <a:solidFill>
                  <a:schemeClr val="tx1"/>
                </a:solidFill>
              </a:rPr>
              <a:t>Student Name: </a:t>
            </a:r>
            <a:r>
              <a:rPr lang="en-IN" b="0" dirty="0" err="1" smtClean="0">
                <a:solidFill>
                  <a:schemeClr val="tx1"/>
                </a:solidFill>
              </a:rPr>
              <a:t>Peraka</a:t>
            </a:r>
            <a:r>
              <a:rPr lang="en-IN" b="0" dirty="0" smtClean="0">
                <a:solidFill>
                  <a:schemeClr val="tx1"/>
                </a:solidFill>
              </a:rPr>
              <a:t> Sai </a:t>
            </a:r>
            <a:r>
              <a:rPr lang="en-IN" b="0" dirty="0" err="1" smtClean="0">
                <a:solidFill>
                  <a:schemeClr val="tx1"/>
                </a:solidFill>
              </a:rPr>
              <a:t>Priya</a:t>
            </a:r>
            <a:r>
              <a:rPr sz="2000" b="0" dirty="0">
                <a:solidFill>
                  <a:schemeClr val="tx1"/>
                </a:solidFill>
              </a:rPr>
              <a:t>
College Name: </a:t>
            </a:r>
            <a:r>
              <a:rPr lang="en-IN" sz="2000" b="0" dirty="0" err="1" smtClean="0">
                <a:solidFill>
                  <a:schemeClr val="tx1"/>
                </a:solidFill>
              </a:rPr>
              <a:t>Malla</a:t>
            </a:r>
            <a:r>
              <a:rPr lang="en-IN" sz="2000" b="0" dirty="0" smtClean="0">
                <a:solidFill>
                  <a:schemeClr val="tx1"/>
                </a:solidFill>
              </a:rPr>
              <a:t> Reddy Institute of Engineering  and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559650" cy="608106"/>
          </a:xfrm>
        </p:spPr>
        <p:txBody>
          <a:bodyPr>
            <a:normAutofit/>
          </a:bodyPr>
          <a:lstStyle/>
          <a:p>
            <a:pPr algn="l"/>
            <a:r>
              <a:rPr sz="2200" b="1" dirty="0"/>
              <a:t>Project Title </a:t>
            </a:r>
            <a:r>
              <a:rPr sz="2200" b="1" dirty="0" smtClean="0"/>
              <a:t>-</a:t>
            </a:r>
            <a:r>
              <a:rPr lang="en-IN" sz="2200" b="1" dirty="0" smtClean="0"/>
              <a:t> </a:t>
            </a:r>
            <a:r>
              <a:rPr sz="2200" b="1" dirty="0" smtClean="0"/>
              <a:t>Seasonal </a:t>
            </a:r>
            <a:r>
              <a:rPr sz="2200" b="1" dirty="0"/>
              <a:t>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59279" y="4576469"/>
            <a:ext cx="666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800" b="0" dirty="0"/>
              <a:t>AICTE STU ID</a:t>
            </a:r>
            <a:r>
              <a:rPr sz="1800" b="0" dirty="0" smtClean="0"/>
              <a:t>:</a:t>
            </a:r>
            <a:r>
              <a:rPr lang="en-IN" sz="1800" b="0" dirty="0" smtClean="0"/>
              <a:t> STU672e197053d5d1731074416</a:t>
            </a:r>
            <a:endParaRPr sz="1800" b="0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3" y="2098222"/>
            <a:ext cx="6305620" cy="32330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sz="1700" b="0" dirty="0"/>
              <a:t>Agricultural performance is influenced by seasonal variations in environmental conditions, farming practices, resource availability and market conditions</a:t>
            </a:r>
            <a:r>
              <a:rPr sz="1700" b="0" dirty="0" smtClean="0"/>
              <a:t>.</a:t>
            </a:r>
            <a:r>
              <a:rPr sz="1700" b="0" dirty="0"/>
              <a:t>
The project analyzes the given agricultural dataset to identify seasonal differences, meaningful patterns, trends, relationships and variations in agricultural performance</a:t>
            </a:r>
            <a:r>
              <a:rPr sz="1700" b="0" dirty="0" smtClean="0"/>
              <a:t>.</a:t>
            </a:r>
            <a:r>
              <a:rPr sz="1700" b="0" dirty="0"/>
              <a:t>
The analysis focuses on yield, production, resource usage, environmental conditions, profitability, water efficiency and disease/pest risk.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pPr algn="l"/>
            <a:r>
              <a:rPr sz="2200" b="1" dirty="0"/>
              <a:t>Project Description
Seasonal Agriculture Performance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5957" y="2049236"/>
            <a:ext cx="6260551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Dataset size: 4,000 records × 28 </a:t>
            </a:r>
            <a:r>
              <a:rPr dirty="0" smtClean="0"/>
              <a:t>variables.</a:t>
            </a:r>
            <a:endParaRPr lang="en-IN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dirty="0" smtClean="0"/>
              <a:t>Data </a:t>
            </a:r>
            <a:r>
              <a:rPr dirty="0"/>
              <a:t>covers farms, locations, crops and </a:t>
            </a:r>
            <a:r>
              <a:rPr dirty="0" err="1"/>
              <a:t>Kharif</a:t>
            </a:r>
            <a:r>
              <a:rPr dirty="0"/>
              <a:t>, Rabi and Zaid </a:t>
            </a:r>
            <a:r>
              <a:rPr dirty="0" smtClean="0"/>
              <a:t>seasons.</a:t>
            </a:r>
            <a:endParaRPr lang="en-IN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dirty="0" smtClean="0"/>
              <a:t>Data </a:t>
            </a:r>
            <a:r>
              <a:rPr dirty="0"/>
              <a:t>preparation included missing-value and duplicate checks and categorical </a:t>
            </a:r>
            <a:r>
              <a:rPr dirty="0" smtClean="0"/>
              <a:t>cleaning.</a:t>
            </a:r>
            <a:endParaRPr lang="en-IN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dirty="0" smtClean="0"/>
              <a:t>Exploratory </a:t>
            </a:r>
            <a:r>
              <a:rPr dirty="0"/>
              <a:t>analysis compared yield, production, profit, rainfall, soil/resource usage, water efficiency and disease/pest </a:t>
            </a:r>
            <a:r>
              <a:rPr dirty="0" smtClean="0"/>
              <a:t>risk.</a:t>
            </a:r>
            <a:endParaRPr lang="en-IN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700"/>
            </a:pPr>
            <a:r>
              <a:rPr dirty="0" smtClean="0"/>
              <a:t>Correlation </a:t>
            </a:r>
            <a:r>
              <a:rPr dirty="0"/>
              <a:t>analysis and one-way ANOVA were used to investigate relationships and seasonal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 algn="l"/>
            <a:r>
              <a:rPr sz="2400" b="1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9" name="Text Placeholder 8"/>
          <p:cNvSpPr txBox="1">
            <a:spLocks noGrp="1"/>
          </p:cNvSpPr>
          <p:nvPr>
            <p:ph type="body" sz="quarter" idx="12"/>
          </p:nvPr>
        </p:nvSpPr>
        <p:spPr>
          <a:xfrm>
            <a:off x="620713" y="2081213"/>
            <a:ext cx="636917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900"/>
            </a:pPr>
            <a:r>
              <a:rPr sz="1700" dirty="0" smtClean="0"/>
              <a:t>Farmers – understand seasonal productivity and resource requirements.</a:t>
            </a:r>
          </a:p>
          <a:p>
            <a:pPr algn="just">
              <a:spcAft>
                <a:spcPts val="800"/>
              </a:spcAft>
              <a:defRPr sz="1900"/>
            </a:pPr>
            <a:r>
              <a:rPr sz="1700" dirty="0" smtClean="0"/>
              <a:t>Agricultural planners – support evidence-based seasonal planning.</a:t>
            </a:r>
          </a:p>
          <a:p>
            <a:pPr algn="just">
              <a:spcAft>
                <a:spcPts val="800"/>
              </a:spcAft>
              <a:defRPr sz="1900"/>
            </a:pPr>
            <a:r>
              <a:rPr sz="1700" dirty="0" smtClean="0"/>
              <a:t>Agricultural researchers – identify patterns and areas for further study.</a:t>
            </a:r>
          </a:p>
          <a:p>
            <a:pPr algn="just">
              <a:spcAft>
                <a:spcPts val="800"/>
              </a:spcAft>
              <a:defRPr sz="1900"/>
            </a:pPr>
            <a:r>
              <a:rPr sz="1700" dirty="0" smtClean="0"/>
              <a:t>Policy makers – understand regional and seasonal agricultural performance.</a:t>
            </a:r>
          </a:p>
          <a:p>
            <a:pPr algn="just">
              <a:spcAft>
                <a:spcPts val="800"/>
              </a:spcAft>
              <a:defRPr sz="1900"/>
            </a:pPr>
            <a:r>
              <a:rPr sz="1700" dirty="0" smtClean="0"/>
              <a:t>Data analysts – use the dataset for further agricultural analytics.</a:t>
            </a: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 algn="l"/>
            <a:r>
              <a:rPr sz="2400" b="1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" y="1278384"/>
            <a:ext cx="6458858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/>
              <a:t>Google </a:t>
            </a:r>
            <a:r>
              <a:rPr sz="1700" dirty="0" err="1"/>
              <a:t>Colab</a:t>
            </a:r>
            <a:r>
              <a:rPr sz="1700" dirty="0"/>
              <a:t> / </a:t>
            </a:r>
            <a:r>
              <a:rPr sz="1700" dirty="0" err="1"/>
              <a:t>Jupyter</a:t>
            </a:r>
            <a:r>
              <a:rPr sz="1700" dirty="0"/>
              <a:t> </a:t>
            </a:r>
            <a:r>
              <a:rPr sz="1700" dirty="0" smtClean="0"/>
              <a:t>Notebook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Python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Pandas </a:t>
            </a:r>
            <a:r>
              <a:rPr sz="1700" dirty="0"/>
              <a:t>– data loading, cleaning and </a:t>
            </a:r>
            <a:r>
              <a:rPr sz="1700" dirty="0" smtClean="0"/>
              <a:t>aggregation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err="1" smtClean="0"/>
              <a:t>NumPy</a:t>
            </a:r>
            <a:r>
              <a:rPr sz="1700" dirty="0" smtClean="0"/>
              <a:t> </a:t>
            </a:r>
            <a:r>
              <a:rPr sz="1700" dirty="0"/>
              <a:t>– numerical </a:t>
            </a:r>
            <a:r>
              <a:rPr sz="1700" dirty="0" smtClean="0"/>
              <a:t>operations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err="1" smtClean="0"/>
              <a:t>Matplotlib</a:t>
            </a:r>
            <a:r>
              <a:rPr sz="1700" dirty="0" smtClean="0"/>
              <a:t> </a:t>
            </a:r>
            <a:r>
              <a:rPr sz="1700" dirty="0"/>
              <a:t>&amp; </a:t>
            </a:r>
            <a:r>
              <a:rPr sz="1700" dirty="0" err="1"/>
              <a:t>Seaborn</a:t>
            </a:r>
            <a:r>
              <a:rPr sz="1700" dirty="0"/>
              <a:t> – data </a:t>
            </a:r>
            <a:r>
              <a:rPr sz="1700" dirty="0" smtClean="0"/>
              <a:t>visualization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err="1" smtClean="0"/>
              <a:t>SciPy</a:t>
            </a:r>
            <a:r>
              <a:rPr sz="1700" dirty="0" smtClean="0"/>
              <a:t> </a:t>
            </a:r>
            <a:r>
              <a:rPr sz="1700" dirty="0"/>
              <a:t>– statistical testing (</a:t>
            </a:r>
            <a:r>
              <a:rPr sz="1700" dirty="0" smtClean="0"/>
              <a:t>ANOVA)</a:t>
            </a:r>
            <a:endParaRPr lang="en-IN" sz="1700" dirty="0" smtClean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CSV </a:t>
            </a:r>
            <a:r>
              <a:rPr sz="1700" dirty="0"/>
              <a:t>dataset – Seasonal Agriculture Performance Dataset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/>
              <a:t>RESULTS – SEASONAL YIELD</a:t>
            </a:r>
            <a:endParaRPr lang="en-IN" dirty="0"/>
          </a:p>
        </p:txBody>
      </p:sp>
      <p:pic>
        <p:nvPicPr>
          <p:cNvPr id="24" name="Picture 23" descr="yield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5029200" cy="28309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4208" y="4335235"/>
            <a:ext cx="6245678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err="1"/>
              <a:t>Kharif</a:t>
            </a:r>
            <a:r>
              <a:rPr sz="1700" b="0" dirty="0"/>
              <a:t> recorded the highest average yield: 5.64 </a:t>
            </a:r>
            <a:r>
              <a:rPr sz="1700" b="0" dirty="0" err="1" smtClean="0"/>
              <a:t>tonnes</a:t>
            </a:r>
            <a:r>
              <a:rPr sz="1700" b="0" dirty="0" smtClean="0"/>
              <a:t>/ha.</a:t>
            </a:r>
            <a:endParaRPr lang="en-IN" sz="17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smtClean="0"/>
              <a:t>Rabi </a:t>
            </a:r>
            <a:r>
              <a:rPr sz="1700" b="0" dirty="0"/>
              <a:t>average yield: 5.08 </a:t>
            </a:r>
            <a:r>
              <a:rPr sz="1700" b="0" dirty="0" err="1" smtClean="0"/>
              <a:t>tonnes</a:t>
            </a:r>
            <a:r>
              <a:rPr sz="1700" b="0" dirty="0" smtClean="0"/>
              <a:t>/ha.</a:t>
            </a:r>
            <a:endParaRPr lang="en-IN" sz="17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smtClean="0"/>
              <a:t>Zaid </a:t>
            </a:r>
            <a:r>
              <a:rPr sz="1700" b="0" dirty="0"/>
              <a:t>average yield: 4.67 </a:t>
            </a:r>
            <a:r>
              <a:rPr sz="1700" b="0" dirty="0" err="1" smtClean="0"/>
              <a:t>tonnes</a:t>
            </a:r>
            <a:r>
              <a:rPr sz="1700" b="0" dirty="0" smtClean="0"/>
              <a:t>/ha.</a:t>
            </a:r>
            <a:endParaRPr lang="en-IN" sz="17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smtClean="0"/>
              <a:t>The </a:t>
            </a:r>
            <a:r>
              <a:rPr sz="1700" b="0" dirty="0"/>
              <a:t>chart shows clear differences in sample averages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5760012" cy="798970"/>
          </a:xfrm>
        </p:spPr>
        <p:txBody>
          <a:bodyPr>
            <a:normAutofit/>
          </a:bodyPr>
          <a:lstStyle/>
          <a:p>
            <a:pPr algn="l"/>
            <a:r>
              <a:rPr sz="2300" b="1" dirty="0"/>
              <a:t>RESULTS – ECONOMIC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rofit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120640" cy="28801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45030" y="4311794"/>
            <a:ext cx="633548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/>
              <a:t>Kharif</a:t>
            </a:r>
            <a:r>
              <a:rPr sz="1600" b="0" dirty="0"/>
              <a:t> average profit: ₹</a:t>
            </a:r>
            <a:r>
              <a:rPr sz="1600" b="0" dirty="0" smtClean="0"/>
              <a:t>178,914.65</a:t>
            </a:r>
            <a:endParaRPr lang="en-IN" sz="16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smtClean="0"/>
              <a:t>Rabi </a:t>
            </a:r>
            <a:r>
              <a:rPr sz="1600" b="0" dirty="0"/>
              <a:t>average profit: ₹</a:t>
            </a:r>
            <a:r>
              <a:rPr sz="1600" b="0" dirty="0" smtClean="0"/>
              <a:t>87,689.47</a:t>
            </a:r>
            <a:endParaRPr lang="en-IN" sz="16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smtClean="0"/>
              <a:t>Zaid </a:t>
            </a:r>
            <a:r>
              <a:rPr sz="1600" b="0" dirty="0"/>
              <a:t>average profit: ₹-</a:t>
            </a:r>
            <a:r>
              <a:rPr sz="1600" b="0" dirty="0" smtClean="0"/>
              <a:t>24,804.82</a:t>
            </a:r>
            <a:endParaRPr lang="en-IN" sz="16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 smtClean="0"/>
              <a:t>Kharif</a:t>
            </a:r>
            <a:r>
              <a:rPr sz="1600" b="0" dirty="0" smtClean="0"/>
              <a:t> </a:t>
            </a:r>
            <a:r>
              <a:rPr sz="1600" b="0" dirty="0"/>
              <a:t>had the highest average profit, while Zaid had a negative average profit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863197" cy="772411"/>
          </a:xfrm>
        </p:spPr>
        <p:txBody>
          <a:bodyPr>
            <a:normAutofit/>
          </a:bodyPr>
          <a:lstStyle/>
          <a:p>
            <a:pPr algn="l"/>
            <a:r>
              <a:rPr sz="2300" b="1" dirty="0"/>
              <a:t>RESULTS – WATER &amp; RISK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water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120640" cy="28824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7164" y="4376057"/>
            <a:ext cx="6263107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/>
              <a:t>Highest water efficiency: </a:t>
            </a:r>
            <a:r>
              <a:rPr sz="1600" b="0" dirty="0" err="1"/>
              <a:t>Kharif</a:t>
            </a:r>
            <a:r>
              <a:rPr sz="1600" b="0" dirty="0"/>
              <a:t> (5.89 </a:t>
            </a:r>
            <a:r>
              <a:rPr sz="1600" b="0" dirty="0" err="1"/>
              <a:t>tonnes</a:t>
            </a:r>
            <a:r>
              <a:rPr sz="1600" b="0" dirty="0"/>
              <a:t>/1000 m³</a:t>
            </a:r>
            <a:r>
              <a:rPr sz="1600" b="0" dirty="0" smtClean="0"/>
              <a:t>).</a:t>
            </a:r>
            <a:endParaRPr lang="en-IN" sz="16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smtClean="0"/>
              <a:t>Lowest </a:t>
            </a:r>
            <a:r>
              <a:rPr sz="1600" b="0" dirty="0"/>
              <a:t>disease/pest risk: Zaid (38.22</a:t>
            </a:r>
            <a:r>
              <a:rPr sz="1600" b="0" dirty="0" smtClean="0"/>
              <a:t>%).</a:t>
            </a:r>
            <a:endParaRPr lang="en-IN" sz="16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 smtClean="0"/>
              <a:t>Kharif</a:t>
            </a:r>
            <a:r>
              <a:rPr sz="1600" b="0" dirty="0" smtClean="0"/>
              <a:t> </a:t>
            </a:r>
            <a:r>
              <a:rPr sz="1600" b="0" dirty="0"/>
              <a:t>used 6102.20 m³ of water on average; Zaid used 6419.89 m³.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8353743" cy="1061102"/>
          </a:xfrm>
        </p:spPr>
        <p:txBody>
          <a:bodyPr>
            <a:normAutofit/>
          </a:bodyPr>
          <a:lstStyle/>
          <a:p>
            <a:pPr algn="l"/>
            <a:r>
              <a:rPr sz="2300" b="1" dirty="0"/>
              <a:t>RESULTS – ENVIRONMENTAL RELATIONSHIP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rainfall_vs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431692"/>
            <a:ext cx="5451441" cy="29029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8700" y="4440115"/>
            <a:ext cx="6017079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/>
              <a:t>Rainfall–yield correlation: </a:t>
            </a:r>
            <a:r>
              <a:rPr sz="1700" b="0" dirty="0" smtClean="0"/>
              <a:t>0.031.</a:t>
            </a:r>
            <a:endParaRPr lang="en-IN" sz="17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smtClean="0"/>
              <a:t>This </a:t>
            </a:r>
            <a:r>
              <a:rPr sz="1700" b="0" dirty="0"/>
              <a:t>indicates a very weak linear association in the full </a:t>
            </a:r>
            <a:r>
              <a:rPr sz="1700" b="0" dirty="0" smtClean="0"/>
              <a:t>dataset.</a:t>
            </a:r>
            <a:endParaRPr lang="en-IN" sz="17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700" b="0" dirty="0" smtClean="0"/>
              <a:t>Other </a:t>
            </a:r>
            <a:r>
              <a:rPr sz="1700" b="0" dirty="0"/>
              <a:t>environmental and resource variables were also examined using correlation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5935858" cy="662934"/>
          </a:xfrm>
        </p:spPr>
        <p:txBody>
          <a:bodyPr>
            <a:normAutofit/>
          </a:bodyPr>
          <a:lstStyle/>
          <a:p>
            <a:pPr algn="l"/>
            <a:r>
              <a:rPr sz="2300" b="1" dirty="0"/>
              <a:t>RESULTS – STATISTICAL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top_c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5212080" cy="293389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73580" y="4365590"/>
            <a:ext cx="6441620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/>
              <a:t>One-way ANOVA for yield across </a:t>
            </a:r>
            <a:r>
              <a:rPr sz="1500" b="0" dirty="0" smtClean="0"/>
              <a:t>seasons:</a:t>
            </a:r>
            <a:endParaRPr lang="en-IN" sz="15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 smtClean="0"/>
              <a:t>F-statistic </a:t>
            </a:r>
            <a:r>
              <a:rPr sz="1500" b="0" dirty="0"/>
              <a:t>= </a:t>
            </a:r>
            <a:r>
              <a:rPr sz="1500" b="0" dirty="0" smtClean="0"/>
              <a:t>1.458</a:t>
            </a:r>
            <a:endParaRPr lang="en-IN" sz="15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 smtClean="0"/>
              <a:t>P-value </a:t>
            </a:r>
            <a:r>
              <a:rPr sz="1500" b="0" dirty="0"/>
              <a:t>= </a:t>
            </a:r>
            <a:r>
              <a:rPr sz="1500" b="0" dirty="0" smtClean="0"/>
              <a:t>0.2328</a:t>
            </a:r>
            <a:endParaRPr lang="en-IN" sz="15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 smtClean="0"/>
              <a:t>At </a:t>
            </a:r>
            <a:r>
              <a:rPr sz="1500" b="0" dirty="0"/>
              <a:t>α = 0.05, the p-value is greater than 0.05. Therefore, the observed seasonal differences in average yield are not statistically significant at the 5% </a:t>
            </a:r>
            <a:r>
              <a:rPr sz="1500" b="0" dirty="0" smtClean="0"/>
              <a:t>level.</a:t>
            </a:r>
            <a:endParaRPr lang="en-IN" sz="1500" b="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 smtClean="0"/>
              <a:t>Top </a:t>
            </a:r>
            <a:r>
              <a:rPr sz="1500" b="0" dirty="0"/>
              <a:t>average-yield crop in the dataset: Sugarcane (46.94 </a:t>
            </a:r>
            <a:r>
              <a:rPr sz="1500" b="0" dirty="0" err="1"/>
              <a:t>tonnes</a:t>
            </a:r>
            <a:r>
              <a:rPr sz="1500" b="0" dirty="0"/>
              <a:t>/ha).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4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75956" y="2015234"/>
            <a:ext cx="5883105" cy="34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/>
              <a:t>Develop predictive models for crop yield and </a:t>
            </a:r>
            <a:r>
              <a:rPr sz="1700" dirty="0" smtClean="0"/>
              <a:t>profitability.</a:t>
            </a:r>
            <a:endParaRPr lang="en-IN" sz="1700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Add time-series/weather forecasts for future seasonal planning.</a:t>
            </a:r>
            <a:endParaRPr lang="en-IN" sz="1700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Build an interactive dashboard using </a:t>
            </a:r>
            <a:r>
              <a:rPr sz="1700" dirty="0" err="1" smtClean="0"/>
              <a:t>Streamlit</a:t>
            </a:r>
            <a:r>
              <a:rPr sz="1700" dirty="0" smtClean="0"/>
              <a:t> or Power BI.</a:t>
            </a:r>
            <a:endParaRPr lang="en-IN" sz="1700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Include more years of historical agricultural data.</a:t>
            </a:r>
            <a:endParaRPr lang="en-IN" sz="1700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Study crop-specific and region-specific seasonal patterns in greater depth.</a:t>
            </a:r>
            <a:endParaRPr lang="en-IN" sz="1700" dirty="0" smtClean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sz="1700" dirty="0" smtClean="0"/>
              <a:t>Investigate causal factors and test recommendations with field data.</a:t>
            </a: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4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/>
              <a:t>GitHub Repository:
https://github.com/________________________
(Replace with your own repository link before submission.)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/>
              <a:t>Project notebook and dataset analysis can be uploaded to the student's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/>
          </a:bodyPr>
          <a:lstStyle/>
          <a:p>
            <a:pPr algn="l"/>
            <a:r>
              <a:rPr sz="2200" b="1" dirty="0"/>
              <a:t>VOIS Course Completion Certificate
Course Name –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13281"/>
              </p:ext>
            </p:extLst>
          </p:nvPr>
        </p:nvGraphicFramePr>
        <p:xfrm>
          <a:off x="747347" y="1463521"/>
          <a:ext cx="9442938" cy="6325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4" imgW="8019926" imgH="5666970" progId="Acrobat.Document.11">
                  <p:embed/>
                </p:oleObj>
              </mc:Choice>
              <mc:Fallback>
                <p:oleObj name="Acrobat Document" r:id="rId4" imgW="8019926" imgH="5666970" progId="Acrobat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347" y="1463521"/>
                        <a:ext cx="9442938" cy="63250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221" y="2251558"/>
            <a:ext cx="2449286" cy="267150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sz="3000" b="1" dirty="0"/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800"/>
              </a:spcAft>
              <a:defRPr sz="1900"/>
            </a:pP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1430</TotalTime>
  <Words>534</Words>
  <Application>Microsoft Office PowerPoint</Application>
  <PresentationFormat>Widescreen</PresentationFormat>
  <Paragraphs>69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Adobe Acrobat Document</vt:lpstr>
      <vt:lpstr>Project Title - Seasonal Agriculture Performance Analysis</vt:lpstr>
      <vt:lpstr>PROBLEM  STATEMENT</vt:lpstr>
      <vt:lpstr>Project Description
Seasonal Agriculture Performance Analysis</vt:lpstr>
      <vt:lpstr>WHO ARE THE END USERS?</vt:lpstr>
      <vt:lpstr>Technology Used</vt:lpstr>
      <vt:lpstr>RESULTS – SEASONAL YIELD</vt:lpstr>
      <vt:lpstr>RESULTS – ECONOMIC PERFORMANCE</vt:lpstr>
      <vt:lpstr>RESULTS – WATER &amp; RISK</vt:lpstr>
      <vt:lpstr>RESULTS – ENVIRONMENTAL RELATIONSHIP</vt:lpstr>
      <vt:lpstr>RESULTS – STATISTICAL ANALYSIS</vt:lpstr>
      <vt:lpstr>Future Scope</vt:lpstr>
      <vt:lpstr>GitHub Link</vt:lpstr>
      <vt:lpstr>VOIS Course Completion Certificate
Course Name – Data Visualization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KARTHIK</cp:lastModifiedBy>
  <cp:revision>106</cp:revision>
  <dcterms:created xsi:type="dcterms:W3CDTF">2021-07-11T13:13:15Z</dcterms:created>
  <dcterms:modified xsi:type="dcterms:W3CDTF">2026-09-12T07:25:25Z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